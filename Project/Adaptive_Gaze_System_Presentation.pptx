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aze-focus-play.lovable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aze-focus-play.lovable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463040"/>
            <a:ext cx="73152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716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Gaze-Contingent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Rendering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Mitigation of Vergence-Accommodation Conflict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Application — April 2026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100584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Demo: gaze-focus-play.lovable.app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Vergence-Accommodation Conflict (VAC)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VR headsets present 3D content on a fixed focal plane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must converge (vergence) at virtual depth but focus (accommodate) at screen distance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mismatch causes ocular fatigue, nausea, and discomfort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Software-based blur filters address symptoms, not the root cause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dynamically adjusts the physical focal plane in real-time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7490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VAC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Hardware-software bridge aligning physical focal plane with virtual depth in real-time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7490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Sub-5ms Latency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Bio-acoustic and neural data for predictive gaze-contingent rendering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37490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423160"/>
            <a:ext cx="54864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23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Astigmatism Correction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varifocal liquid lens with real-time personalised correction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423160"/>
            <a:ext cx="37490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423160"/>
            <a:ext cx="54864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423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Foveated Rendering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saccadic vector computation for compute-efficient high-fidelity display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37490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657600"/>
            <a:ext cx="54864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57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Support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gaze aggregation network for collaborative XR experiences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657600"/>
            <a:ext cx="37490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57600"/>
            <a:ext cx="54864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657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069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MGAD Universal Data Port for third-party VR/AR platforms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10,000Hz Dual-Camera Eye Tracking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Electrode Liquid Lens (AELL)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Acoustic-Piston Varifocal Actuator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Look-Ahead Latency Algorithm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Neural-Intent Trigger (EEG + Ciliary)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Comfort Profile (VCP) Mapping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097280"/>
            <a:ext cx="3657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FIG. 1 — Liquid Lens &amp; Headset Architecture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Headset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Lens Assembly (AELL)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Conductive fluid + insulating oil separated by flexible membrane. Asymmetric electrode grid applies differential voltages to reshape fluid interface — enabling dynamic focus AND real-time astigmatism correction.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Acoustic-Piston Actuator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Piezo-electric ring generates acoustic pressure pulses displacing inner lens relative to static outer lens. Achieves focal depth changes in sub-5ms.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097280"/>
            <a:ext cx="3657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FIG. 3 — Acoustic-Piston Varifocal Actuator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Gaze Tracking &amp; Latency Prediction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Dual-Camera 10,000Hz Tracking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Binocular vergence computation — 3D intersection of both optical axes determines precise fixation depth.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Look-Ahead Algorithm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Sensor Input Matrix → Latency-Correction Matrix → Parallax Buffer → Predicted Gaze &amp; Accommodation Commands dispatched before fixation.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097280"/>
            <a:ext cx="3657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FIG. 5 — Latency-Correction Matrix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Foveated Rendering Engine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High-Detail Foveal Region vs Low-Detail Peripheral Region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Saccadic Vector anticipates next gaze landing point at t+1ms, enabling pre-emptive mesh detail allocation before saccade completion.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seamless high-fidelity rendering without perceptible detail transitions, dramatically reducing GPU load.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097280"/>
            <a:ext cx="3657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FIG. 6 — Foveated Mesh &amp; Saccadic Prediction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Neural-Intent &amp; Visual Comfort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Neural-Intent Trigger (FIG. 8)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EEG alpha waves + ciliary muscle tension → Varifocal Pre-Activation signal fires before conscious gaze shift.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Comfort Profile (FIG. 10)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comfort map: Vergence × Accommodation × Gaze Latency axes. System continuously monitors user state against personalised comfort boundaries.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097280"/>
            <a:ext cx="384048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FIG. 10 — VCP 3D Data Map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Multi-User &amp; Bio-Acoustic Sensing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Gaze Mapping (FIG. 11)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 gaze nodes → Sync Gaze Hub &amp; Aggregator → Unified Gaze &amp; Comfort Map. Rendering co-optimised across all participants.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Bio-Acoustic Sensors (FIG. 12)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Bone-conduction mics + skin-tap detectors on hand/wrist. Sub-dermal vibration paths carry ciliary muscle tension signals for predictive focal actuation.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MGAD Universal Data Port (FIG. 13)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interface: gaze power pins, high-speed differential pairs, gaze clock, latency-correction pin — enabling third-party interoperability.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Web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gaze-focus-play.lovable.app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4572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Mesh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face tracking via webcam (WebRTC)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423160"/>
            <a:ext cx="4572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3-Zone Focus Simulation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423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divided into left/center/right — focused zone clear, others blurred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17520"/>
            <a:ext cx="4572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smoothing + hysteresis thresholds prevent jitter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611880"/>
            <a:ext cx="4572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611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FPS, confidence, face detection status, raw nose offset displayed live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206240"/>
            <a:ext cx="4572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Spotlight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focus area moves smoothly with gaze direction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18, Vite 5, Tailwind CSS, TypeScript — zero backend required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Patent Claims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10,000Hz binocular gaze tracking with &lt;5ms varifocal response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Electrode Liquid Lens for focus + astigmatism correction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Acoustic-Piston Actuator for sub-5ms mechanical focal shift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Neural-Intent Trigger fusing EEG + bio-acoustic ciliary signals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Look-Ahead Latency Algorithm with parallax buffer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Gaze-aware foveated rendering with saccadic vector prediction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Comfort Profile (VCP) personalised 3D mapping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collaborative gaze aggregation network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MGAD Universal Data Port for third-party interoperability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resolving Vergence-Accommodation Conflict at its physiological root through hardware-software co-design, this invention ensures natural ocular behaviour, significantly reduces fatigue, and enhances immersive presence in VR, AR, and mixed reality applications.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to surgical visualisation, professional simulation, and consumer XR.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 Tracking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3474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10896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Latency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3474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12064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3474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13232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Gaze-Contingent Rendering System</dc:title>
  <dc:subject>PptxGenJS Presentation</dc:subject>
  <dc:creator>Adaptive Gaze Research Team</dc:creator>
  <cp:lastModifiedBy>Adaptive Gaze Research Team</cp:lastModifiedBy>
  <cp:revision>1</cp:revision>
  <dcterms:created xsi:type="dcterms:W3CDTF">2026-04-16T13:22:49Z</dcterms:created>
  <dcterms:modified xsi:type="dcterms:W3CDTF">2026-04-16T13:22:49Z</dcterms:modified>
</cp:coreProperties>
</file>